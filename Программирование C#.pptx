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E11B0-A8F8-4BFA-B42D-DA7AF40C3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CA4DB1-8022-4D69-9831-98F6D19BC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C545F7-45EE-4CEA-87F6-333ABCC17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AFF5-5850-4A9D-95C3-96C22BF6F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362EC5-4079-44E9-80BF-EB3E9B716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1A6AE8-0B9A-4BEF-ABAC-4D7B3CE10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25DC-02D7-41D7-B5C3-116547EFE0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56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091F3F-DB67-4FCE-82F1-41241F3A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49C71D-B9BA-4BB3-9D23-A80B94B54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68DA54-0B52-4905-BE17-D416624F2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AFF5-5850-4A9D-95C3-96C22BF6F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4F6007-A093-4A51-BA77-B6D89063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6B6AF8-EA8C-41F7-839B-E6B18A83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25DC-02D7-41D7-B5C3-116547EFE0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3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9DD81-A7F0-425F-980B-ED00E0F5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0F0AE4-9122-460E-8D22-CBCD8A371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EC1E3E-3B55-4137-92ED-B3F7DE3FA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AFF5-5850-4A9D-95C3-96C22BF6F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2EDAAA-C432-4E4B-A5C9-46D1DCC9F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8665CF-5860-4041-972E-DD0CC4DF3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25DC-02D7-41D7-B5C3-116547EFE0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370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9A83E-44E9-4C11-A1C9-B3377D15A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84EA4B-350E-4E5D-80F1-FAF8FA2B9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39A1FE-18B8-423F-B6C3-DCC5AF5EE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242761-F587-4B90-9EFA-48460E345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AFF5-5850-4A9D-95C3-96C22BF6F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82911A-784F-4E7E-B534-EF661316F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BCAAEB-0A20-488A-B195-9C432634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25DC-02D7-41D7-B5C3-116547EFE0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137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2D86D-80A1-4611-81A6-64014F2E0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7FDF61-E9FB-4F0A-89EA-4FB788700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4EA247F-5CEE-4B0E-8494-7368C0548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93369C8-7333-4DF1-9829-FD9505328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587544E-AAE6-4A87-858E-3D0169C470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3D93215-6959-4F57-9C8D-9D962CEC1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AFF5-5850-4A9D-95C3-96C22BF6F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EAFA437-F2F9-4ABA-A1F7-5F09B77D0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A085C6F-1760-421E-B881-73132087B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25DC-02D7-41D7-B5C3-116547EFE0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1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7C0F0-F4C7-4784-86A7-523E1B5CE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9CF100-8EF5-488F-A491-E88A4B5BF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AFF5-5850-4A9D-95C3-96C22BF6F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2AEED5F-69D1-4246-AE31-ECCA0A3C4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E2F3366-23C8-4740-8B6B-2A0574C4F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25DC-02D7-41D7-B5C3-116547EFE0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05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8B6DD3-89A8-4026-8CCB-1CF4A0BAC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AFF5-5850-4A9D-95C3-96C22BF6F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22EF636-FB53-4570-BF6B-5F0B00C67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35489E-1C32-430F-A26A-52B7B4A2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25DC-02D7-41D7-B5C3-116547EFE0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10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A6C1A-ACD3-484F-AF22-9A05A86B8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B4ADF1-DBA1-41FC-8FC1-50286AB90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9392AC-0EFC-449D-AA9B-0BECECC8C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E98E4A-FB71-491C-B045-5C0E6DA4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AFF5-5850-4A9D-95C3-96C22BF6F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13BAA5-F116-4639-8513-DDB7384E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527247-48F1-4EFA-98D4-1D73807DF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25DC-02D7-41D7-B5C3-116547EFE0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183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3812DA-0F50-44F3-B073-F073C92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5536950-6FEF-4CC6-988E-6E3F0B87B9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257182-AC5C-4F7E-A061-E437C4750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236831-7CE4-4BD9-8D16-EAB597F51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AFF5-5850-4A9D-95C3-96C22BF6F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6278C5-916B-4BEB-94AE-581EC4A44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912AB7-ECFD-4502-AB9E-CBC50C80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25DC-02D7-41D7-B5C3-116547EFE0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691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40D805-987F-4F5B-BD47-AFDF83D9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1351FB-85A8-4959-8BFD-D053EC047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7349A1-39FA-4446-8652-0ADDB2A24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AFF5-5850-4A9D-95C3-96C22BF6F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574AFF-3A7F-4182-873B-E3B970FE7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313E61-1FFC-4243-B55B-505A6F17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25DC-02D7-41D7-B5C3-116547EFE0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272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31FFD38-504D-4D9C-8E2D-4FC43BDA9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ACAB6F-EA3F-4B4F-91C4-3138CC469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451FBB-D662-4787-BDDB-FCE39A13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AFF5-5850-4A9D-95C3-96C22BF6F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E96C71-8E6F-4DB4-9BFF-D11D75E3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4AEEA5-2512-44A3-A274-1D8319324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25DC-02D7-41D7-B5C3-116547EFE0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914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ECE27-C659-4739-9699-D3F09736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F77DF0-179D-4F17-80D7-205060BE2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3B5D89-95FE-4F3A-B4AD-971BC0B61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2AFF5-5850-4A9D-95C3-96C22BF6F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14B63D-B178-487E-976C-39B78B2971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8F7BAB-14CB-4FF7-A7BA-5AFCE82C5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925DC-02D7-41D7-B5C3-116547EFE0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275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CBE6C0-8E12-4D2E-8CFA-BF9FB51631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Элементы управления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BD81689-DA41-4360-9C8C-71E56CE264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409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9A2D090-314B-4F5F-9EA7-8D59F6FD0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5617"/>
            <a:ext cx="10515600" cy="5904354"/>
          </a:xfrm>
        </p:spPr>
        <p:txBody>
          <a:bodyPr>
            <a:normAutofit fontScale="92500"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Элементы управления представляют собой визуальные классы, которые получают введенные пользователем данные и могут инициировать различные события. Все элементы управления наследуются от класса Control и поэтому имеют ряд общих свойств: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Anchor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Определяет, как элемент будет растягиваться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BackColor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Определяет фоновый цвет элемента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BackgroundImage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Определяет фоновое изображение элемента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ContextMenu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Контекстное меню, которое открывается при нажатии на элемент правой кнопкой мыши. Задается с помощью элемента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ContextMenu</a:t>
            </a:r>
            <a:endParaRPr lang="ru-RU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Cursor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Представляет, как будет отображаться курсор мыши при наведении на элемент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Dock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Задает расположение элемента на форме</a:t>
            </a:r>
          </a:p>
        </p:txBody>
      </p:sp>
    </p:spTree>
    <p:extLst>
      <p:ext uri="{BB962C8B-B14F-4D97-AF65-F5344CB8AC3E}">
        <p14:creationId xmlns:p14="http://schemas.microsoft.com/office/powerpoint/2010/main" val="1403230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FD9FD9C-47AD-479F-B7A0-70699AE12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5926"/>
            <a:ext cx="10515600" cy="5781037"/>
          </a:xfrm>
        </p:spPr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Enabled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Определяет, будет ли доступен элемент для использования. Если это свойство имеет значение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False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, то элемент блокируется.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Font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Устанавливает шрифт текста для элемента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ForeColor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Определяет цвет шрифта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Location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Определяет координаты верхнего левого угла элемента управления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Name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Имя элемента управления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Size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Определяет размер элемента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Width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ширина элемента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Height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высота элемента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TabIndex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Определяет порядок обхода элемента по нажатию на клавишу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Tab</a:t>
            </a:r>
            <a:endParaRPr lang="ru-RU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Tag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Позволяет сохранять значение, ассоциированное с этим элементом управления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950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59143E-3D85-4A98-9FB5-E8D855CCD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Кнопка</a:t>
            </a:r>
            <a:endParaRPr lang="ru-RU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81D1763-AABB-4FF4-85A2-E893D6B61D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6700" y="1499683"/>
            <a:ext cx="11658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Наиболее часто используемым элементом управления является кнопка.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Обрабатывая событие нажатия кнопки, мы может производить те или иные действия.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При нажатии на кнопку на форме в редакторе Visual Studio мы по умолчанию попадаем в код обработчика события 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Courier New" panose="02070309020205020404" pitchFamily="49" charset="0"/>
              </a:rPr>
              <a:t>Click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который будет выполняться при нажатии:</a:t>
            </a:r>
            <a:endParaRPr kumimoji="0" lang="ru-RU" altLang="ru-R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E7D91A4-821D-4137-9858-57869875F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04" y="3307578"/>
            <a:ext cx="6125430" cy="96215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048608" y="4807105"/>
            <a:ext cx="703091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indent="1524000"/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f.Show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3758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BF6D0B5-4565-49BC-AB1E-6FBF5A3D9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8792"/>
            <a:ext cx="10515600" cy="582817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Оформление кнопки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Чтобы управлять внешним отображением кнопки, можно использовать свойство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FlatStyle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. Оно может принимать следующие значения: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Flat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 - Кнопка имеет плоский вид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Popup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 - Кнопка приобретает объемный вид при наведении на нее указателя, в иных случаях она имеет плоский вид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Standard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 - Кнопка имеет объемный вид (используется по умолчанию)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System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 - Вид кнопки зависит от операционной системы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4341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909C427-527F-4374-A838-6A50C70C2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0194"/>
            <a:ext cx="10515600" cy="5686769"/>
          </a:xfrm>
        </p:spPr>
        <p:txBody>
          <a:bodyPr>
            <a:normAutofit fontScale="85000" lnSpcReduction="1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Изображение на кнопке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Как и для многих элементов управления, для кнопки можно задавать изображение с помощью свойства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BackgroundImage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. Однако мы можем также управлять размещением текста и изображения на кнопки. Для этого надо использовать свойство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TextImageRelation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. Оно приобретает следующие значения: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Overlay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текст накладывается на изображение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ImageAboveText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изображение располагается над текстом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TextAboveImage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текст располагается над изображением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ImageBeforeText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изображение располагается перед текстом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TextBeforeImage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текст располагается перед изображением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Например, установим для кнопки изображение. Для этого выберем кнопку и в окне Свойств нажмем на поле Image (не путать с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BackgroundImage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). Нам откроется диалоговое окно установи изображения:</a:t>
            </a:r>
            <a:r>
              <a:rPr lang="ru-RU" dirty="0"/>
              <a:t/>
            </a:r>
            <a:br>
              <a:rPr lang="ru-RU" dirty="0"/>
            </a:br>
            <a:endParaRPr lang="ru-RU" dirty="0" smtClean="0"/>
          </a:p>
          <a:p>
            <a:pPr marL="0" indent="0" algn="l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4112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9A5A0C-9C08-47C9-B7A9-7660FCAB0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9793E39-2756-4D9B-96A5-FC1A5E710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6738" y="202395"/>
            <a:ext cx="9398523" cy="645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80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9971752-02FC-46A3-BDC0-A53FB48966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446" y="450973"/>
            <a:ext cx="1146748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В этом окне выберем опцию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Courier New" panose="02070309020205020404" pitchFamily="49" charset="0"/>
              </a:rPr>
              <a:t>Local Resource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и нажмем на кнопку 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Courier New" panose="02070309020205020404" pitchFamily="49" charset="0"/>
              </a:rPr>
              <a:t>Import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после чего нам откроется диалоговое окно для выбора файла изображения.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После выбора изображения мы можем установить свойство , которое управляет позиционированием изображения на кнопке: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5" name="AutoShape 3" descr="ImageAlign">
            <a:extLst>
              <a:ext uri="{FF2B5EF4-FFF2-40B4-BE49-F238E27FC236}">
                <a16:creationId xmlns:a16="http://schemas.microsoft.com/office/drawing/2014/main" id="{5018CDB3-26EA-496F-A26D-C74390B46F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00168" y="2281084"/>
            <a:ext cx="2295832" cy="229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C2D635-527C-4979-96DD-9EA3F1A1E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22" y="1927678"/>
            <a:ext cx="3587545" cy="428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542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F846341-2FB4-4884-B862-A5368DDDBC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2223" y="308075"/>
            <a:ext cx="1167329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Нам доступны 9 вариантов, с помощью которых мы можем прикрепить изображение к определенной стороне кнопки. Оставим здесь значение по умолчанию - 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Courier New" panose="02070309020205020404" pitchFamily="49" charset="0"/>
              </a:rPr>
              <a:t>MiddleCenter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то есть позиционирование по центру.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Затем перейдем к свойству 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Courier New" panose="02070309020205020404" pitchFamily="49" charset="0"/>
              </a:rPr>
              <a:t>TextImageRelation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и установим для него значение 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Courier New" panose="02070309020205020404" pitchFamily="49" charset="0"/>
              </a:rPr>
              <a:t>ImageBeforeText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 В итоге мы получим кнопку, где сразу после изображения идет надпись на кнопке: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9054EE-BCD4-476E-B766-5DD46F789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16" y="3052917"/>
            <a:ext cx="5921784" cy="352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04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70FB12-B110-4A5A-9B44-086151B8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Клавиши быстрого доступа</a:t>
            </a:r>
            <a:b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</a:b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D76B60-F341-42CE-8C11-3BBFEEB73F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3676" y="1690688"/>
            <a:ext cx="1136951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При работе с формами при использовании клавиатуры очень удобно пользоваться клавишами быстрого доступа. При нажатии на клавиатуре комбинации клавиш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At+некоторый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символ, будет вызываться определенная кнопка. Например, зададим для некоторой кнопки свойство Text равное 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&amp;Аватар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. Первый знак - амперсанд - определяет ту букву, которая будет подчеркнута. В данном случае надпись будет выглядеть как Аватар. И теперь чтобы вызвать событие Click, нам достаточно нажать на комбинацию клавиш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Alt+А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.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0027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4B0073-93E3-459C-A595-FBBC79A0B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Кнопки по умолчанию</a:t>
            </a:r>
            <a:b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</a:b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68190D-4B6D-4E3C-8E98-8E64CCEDF0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4249" y="1152303"/>
            <a:ext cx="1130352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Форма, на которой размещаются все элементы управления, имеет свойства, позволяющие назначать кнопку по умолчанию и кнопку отмены.</a:t>
            </a:r>
            <a:endParaRPr kumimoji="0" lang="ru-RU" altLang="ru-RU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Так, свойство формы 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Courier New" panose="02070309020205020404" pitchFamily="49" charset="0"/>
              </a:rPr>
              <a:t>AcceptButton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позволяет назначать кнопку по умолчанию, которая будет срабатывать по нажатию на клавишу Enter.</a:t>
            </a:r>
            <a:endParaRPr kumimoji="0" lang="ru-RU" altLang="ru-RU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Аналогично работает свойство формы 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Courier New" panose="02070309020205020404" pitchFamily="49" charset="0"/>
              </a:rPr>
              <a:t>CancelButton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которое назначает кнопку отмены. Назначив такую кнопку, мы можем вызвать ее нажатие, нажав на клавишу Esc.</a:t>
            </a:r>
            <a:endParaRPr kumimoji="0" lang="ru-RU" altLang="ru-RU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68385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674</Words>
  <Application>Microsoft Office PowerPoint</Application>
  <PresentationFormat>Широкоэкранный</PresentationFormat>
  <Paragraphs>50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Consolas</vt:lpstr>
      <vt:lpstr>Courier New</vt:lpstr>
      <vt:lpstr>Тема Office</vt:lpstr>
      <vt:lpstr>Элементы управления</vt:lpstr>
      <vt:lpstr>Презентация PowerPoint</vt:lpstr>
      <vt:lpstr>Презентация PowerPoint</vt:lpstr>
      <vt:lpstr>Кнопка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Клавиши быстрого доступа </vt:lpstr>
      <vt:lpstr>Кнопки по умолчанию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Элементы управления</dc:title>
  <dc:creator>Mikhail</dc:creator>
  <cp:lastModifiedBy>Cluser</cp:lastModifiedBy>
  <cp:revision>5</cp:revision>
  <dcterms:created xsi:type="dcterms:W3CDTF">2024-10-31T19:57:48Z</dcterms:created>
  <dcterms:modified xsi:type="dcterms:W3CDTF">2025-10-29T09:20:47Z</dcterms:modified>
</cp:coreProperties>
</file>